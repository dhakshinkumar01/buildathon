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A095B1-5BC1-4FFE-880A-A8155CA29E27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7F86B8-9E71-4B35-B232-189BF781A5C5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7A53C9-93A0-4054-BAE8-236338EB25F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662EA-E0E0-4E1C-86C4-BAC7C01F8BE2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B6A43E-F75A-4FEF-943A-E74DCED05341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F85D14-DAC0-4E34-9F51-3D3D104DDD8B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7D984C-743D-4DA7-AAF0-01246D07B1C3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331A7A-137A-423C-AEA6-A4A5D5D3D26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863D0C-90C4-4D1D-BB0C-928DE9E92AD3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F91F32-B828-4FFE-9A1C-E6E046011243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AF8BBC-56B2-4193-857F-F0016EAB68D3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CC9BD357-CAAB-462A-B368-D01AA51FF9E7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@BUILDATHON 2026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F9D7A6-621F-8DE9-C0E6-12DB5D99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ADC607-0B5D-F4A9-471E-123256DDE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74" y="264651"/>
            <a:ext cx="6134696" cy="1423781"/>
          </a:xfrm>
          <a:prstGeom prst="rect">
            <a:avLst/>
          </a:prstGeom>
        </p:spPr>
      </p:pic>
      <p:sp>
        <p:nvSpPr>
          <p:cNvPr id="17" name="Subtitle 3">
            <a:extLst>
              <a:ext uri="{FF2B5EF4-FFF2-40B4-BE49-F238E27FC236}">
                <a16:creationId xmlns:a16="http://schemas.microsoft.com/office/drawing/2014/main" id="{39B3E843-E9FD-9FD5-E0C7-5BAD185C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454" y="1533888"/>
            <a:ext cx="5336674" cy="737938"/>
          </a:xfrm>
        </p:spPr>
        <p:txBody>
          <a:bodyPr/>
          <a:lstStyle/>
          <a:p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FCFF682-2620-A0EF-71B5-BBBD83DCAEED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987489" y="1574623"/>
            <a:ext cx="10860087" cy="1005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A04BF5-F692-6C19-BCCB-E50AC8E68F00}"/>
              </a:ext>
            </a:extLst>
          </p:cNvPr>
          <p:cNvSpPr txBox="1"/>
          <p:nvPr/>
        </p:nvSpPr>
        <p:spPr>
          <a:xfrm>
            <a:off x="987489" y="2051786"/>
            <a:ext cx="8203114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 Name-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Leader Name-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FA132F-7510-8981-81A6-1A38CECC7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270" y="428603"/>
            <a:ext cx="3198263" cy="10654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7DF1B-CA40-E24D-C225-95BFAED3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63587"/>
            <a:ext cx="12203533" cy="494414"/>
          </a:xfrm>
          <a:solidFill>
            <a:srgbClr val="002060"/>
          </a:solidFill>
        </p:spPr>
        <p:txBody>
          <a:bodyPr/>
          <a:lstStyle/>
          <a:p>
            <a:pPr>
              <a:defRPr/>
            </a:pPr>
            <a:r>
              <a:rPr lang="en-US" dirty="0"/>
              <a:t>@BUILDATHON 2026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427360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63354" y="201168"/>
            <a:ext cx="8650342" cy="46634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@BUILDATHON 2026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356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F54F48-B601-BE0A-CD71-5B634CC0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732" y="117080"/>
            <a:ext cx="3834266" cy="12773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A20156-0511-46DC-CD15-643EA415A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6365425"/>
            <a:ext cx="12192000" cy="493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71878" y="313510"/>
            <a:ext cx="6888480" cy="991976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80034" y="1765642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Technology	Stack: Programming languages, frameworks, hardware &amp; tools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System Architecture &amp; Implementation Workflow: Key components, data flow, interactions, implementation process &amp; working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66933" y="49815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BE255A-4114-AE13-BFCD-DF22A561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839" y="200082"/>
            <a:ext cx="3906987" cy="1301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EC4D1B-D9F2-C69D-C0A5-3E644EBD6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5743"/>
            <a:ext cx="12192000" cy="493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40153" y="627668"/>
            <a:ext cx="6092951" cy="566929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@BUILDATHON 2026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077" y="5074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6E901-6457-DAEA-B92A-9BCC981C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269" y="348635"/>
            <a:ext cx="3439731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2832E-7166-B582-70EE-516650E45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4717"/>
            <a:ext cx="12192000" cy="4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73808" y="421652"/>
            <a:ext cx="6915912" cy="807334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@BUILDATHON 2026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441F2-20DB-5313-05CB-EE86512A6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252246"/>
            <a:ext cx="3438442" cy="1146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B3C30-1255-16B2-E3BD-C5C201918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4717"/>
            <a:ext cx="12192000" cy="4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80360" y="336570"/>
            <a:ext cx="5943870" cy="1146147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@BUILDATHON 2026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0085" y="37760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A5C411-34D6-9028-B0BF-2FB1570F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998" y="208201"/>
            <a:ext cx="3438442" cy="11461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D5AEC8-0306-A014-A9DF-72AC74678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4717"/>
            <a:ext cx="12192000" cy="4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@BUILDATHON 2026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2348310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BUILDATHON Registration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form.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B616BC-0CAC-281B-6711-FB1B38F0B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64717"/>
            <a:ext cx="12192000" cy="493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47123-90DB-031A-34E4-EDD7CF5C8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-38471"/>
            <a:ext cx="3368040" cy="112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7584</TotalTime>
  <Words>309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                          TITLE PAGE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Ashvanth Suresh</cp:lastModifiedBy>
  <cp:revision>156</cp:revision>
  <dcterms:created xsi:type="dcterms:W3CDTF">2013-12-12T18:46:50Z</dcterms:created>
  <dcterms:modified xsi:type="dcterms:W3CDTF">2026-09-19T17:58:56Z</dcterms:modified>
  <cp:category/>
</cp:coreProperties>
</file>